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 Singamsetty" userId="d296c135f4addac8" providerId="LiveId" clId="{D5630E26-6559-40B3-BF21-99308F84ADD4}"/>
    <pc:docChg chg="modSld">
      <pc:chgData name="Akhil Singamsetty" userId="d296c135f4addac8" providerId="LiveId" clId="{D5630E26-6559-40B3-BF21-99308F84ADD4}" dt="2023-07-22T05:04:26.911" v="1" actId="14100"/>
      <pc:docMkLst>
        <pc:docMk/>
      </pc:docMkLst>
      <pc:sldChg chg="modSp mod">
        <pc:chgData name="Akhil Singamsetty" userId="d296c135f4addac8" providerId="LiveId" clId="{D5630E26-6559-40B3-BF21-99308F84ADD4}" dt="2023-07-22T05:04:26.911" v="1" actId="14100"/>
        <pc:sldMkLst>
          <pc:docMk/>
          <pc:sldMk cId="95992585" sldId="266"/>
        </pc:sldMkLst>
        <pc:picChg chg="mod">
          <ac:chgData name="Akhil Singamsetty" userId="d296c135f4addac8" providerId="LiveId" clId="{D5630E26-6559-40B3-BF21-99308F84ADD4}" dt="2023-07-22T05:04:26.911" v="1" actId="14100"/>
          <ac:picMkLst>
            <pc:docMk/>
            <pc:sldMk cId="95992585" sldId="266"/>
            <ac:picMk id="11" creationId="{E9A7D0E2-A847-4CA0-A709-CA5FFD3FA20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789CFF6A-0655-452C-9225-6511BE5C6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Book2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D0EE8E90-89FA-48EB-8E57-11D5AF23AC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03-07-2023 23:19:16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MAP TOTAL DEATHS BY STATE">
            <a:extLst>
              <a:ext uri="{FF2B5EF4-FFF2-40B4-BE49-F238E27FC236}">
                <a16:creationId xmlns:a16="http://schemas.microsoft.com/office/drawing/2014/main" id="{94679338-D2A6-4344-B14A-F9D41409D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490"/>
            <a:ext cx="12192000" cy="651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Covid Cases by State">
            <a:extLst>
              <a:ext uri="{FF2B5EF4-FFF2-40B4-BE49-F238E27FC236}">
                <a16:creationId xmlns:a16="http://schemas.microsoft.com/office/drawing/2014/main" id="{463E9D38-9DE1-40FB-9583-DA41592FC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174"/>
            <a:ext cx="12192000" cy="667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First vs Second Dose Administered">
            <a:extLst>
              <a:ext uri="{FF2B5EF4-FFF2-40B4-BE49-F238E27FC236}">
                <a16:creationId xmlns:a16="http://schemas.microsoft.com/office/drawing/2014/main" id="{E1D00493-5E5E-4673-A6A6-52CE016B0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423"/>
            <a:ext cx="12192000" cy="630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Doses Administered by Vaccine">
            <a:extLst>
              <a:ext uri="{FF2B5EF4-FFF2-40B4-BE49-F238E27FC236}">
                <a16:creationId xmlns:a16="http://schemas.microsoft.com/office/drawing/2014/main" id="{26649953-99BB-416F-B450-1FA0B55E2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432"/>
            <a:ext cx="12192000" cy="632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Age Group Details">
            <a:extLst>
              <a:ext uri="{FF2B5EF4-FFF2-40B4-BE49-F238E27FC236}">
                <a16:creationId xmlns:a16="http://schemas.microsoft.com/office/drawing/2014/main" id="{F5BD7DEF-0169-4E16-AE90-CF0622D2E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5974"/>
            <a:ext cx="12192000" cy="520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Gender">
            <a:extLst>
              <a:ext uri="{FF2B5EF4-FFF2-40B4-BE49-F238E27FC236}">
                <a16:creationId xmlns:a16="http://schemas.microsoft.com/office/drawing/2014/main" id="{12BC89DE-A51E-4528-9223-8D67942BF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2346"/>
            <a:ext cx="12192000" cy="547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ICMR Testing Labs vs State">
            <a:extLst>
              <a:ext uri="{FF2B5EF4-FFF2-40B4-BE49-F238E27FC236}">
                <a16:creationId xmlns:a16="http://schemas.microsoft.com/office/drawing/2014/main" id="{A8F8AE38-4978-4148-9922-AB6F6C0E2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607" y="0"/>
            <a:ext cx="75927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Title">
            <a:extLst>
              <a:ext uri="{FF2B5EF4-FFF2-40B4-BE49-F238E27FC236}">
                <a16:creationId xmlns:a16="http://schemas.microsoft.com/office/drawing/2014/main" id="{4CF86359-7DE9-49F0-847D-FC4D7DFB9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7757"/>
            <a:ext cx="12192000" cy="94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Statewise Testing Details">
            <a:extLst>
              <a:ext uri="{FF2B5EF4-FFF2-40B4-BE49-F238E27FC236}">
                <a16:creationId xmlns:a16="http://schemas.microsoft.com/office/drawing/2014/main" id="{36753179-EFDB-4F4B-9C13-7444E3CA6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317" y="0"/>
            <a:ext cx="7249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Dashboard 1">
            <a:extLst>
              <a:ext uri="{FF2B5EF4-FFF2-40B4-BE49-F238E27FC236}">
                <a16:creationId xmlns:a16="http://schemas.microsoft.com/office/drawing/2014/main" id="{E9A7D0E2-A847-4CA0-A709-CA5FFD3FA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Book2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Book2</dc:title>
  <dc:creator/>
  <cp:lastModifiedBy>Akhil Singamsetty</cp:lastModifiedBy>
  <cp:revision>1</cp:revision>
  <dcterms:created xsi:type="dcterms:W3CDTF">2023-07-03T17:49:17Z</dcterms:created>
  <dcterms:modified xsi:type="dcterms:W3CDTF">2023-07-22T05:10:29Z</dcterms:modified>
</cp:coreProperties>
</file>